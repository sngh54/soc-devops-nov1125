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Master &amp; Worker Node Components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25-Slide Detailed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Kubernetes Architecture</a:t>
            </a:r>
          </a:p>
          <a:p>
            <a:r>
              <a:t>• Control Plane Components</a:t>
            </a:r>
          </a:p>
          <a:p>
            <a:r>
              <a:t>• Worker Node Components</a:t>
            </a:r>
          </a:p>
          <a:p>
            <a:r>
              <a:t>• Networking &amp; Scheduling</a:t>
            </a:r>
          </a:p>
          <a:p>
            <a:r>
              <a:t>• End-to-End Flow</a:t>
            </a:r>
          </a:p>
          <a:p>
            <a:r>
              <a:t>•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Kubernetes?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Open-source container orchestration</a:t>
            </a:r>
          </a:p>
          <a:p>
            <a:r>
              <a:t>• Manages containerized applications at scale</a:t>
            </a:r>
          </a:p>
          <a:p>
            <a:r>
              <a:t>• Declarative and resilient.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Master - Control Plane</a:t>
            </a:r>
          </a:p>
          <a:p>
            <a:r>
              <a:t>• Worker Nodes - Data Plane</a:t>
            </a:r>
          </a:p>
          <a:p>
            <a:r>
              <a:t>• Communication via kube-apiserver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Plane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main components:</a:t>
            </a:r>
          </a:p>
          <a:p>
            <a:r>
              <a:t>• API Server</a:t>
            </a:r>
          </a:p>
          <a:p>
            <a:r>
              <a:t>• etcd</a:t>
            </a:r>
          </a:p>
          <a:p>
            <a:r>
              <a:t>• Scheduler</a:t>
            </a:r>
          </a:p>
          <a:p>
            <a:r>
              <a:t>• Controller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Server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 management endpoint</a:t>
            </a:r>
          </a:p>
          <a:p>
            <a:r>
              <a:t>• Validates requests</a:t>
            </a:r>
          </a:p>
          <a:p>
            <a:r>
              <a:t>• Exposes REST API</a:t>
            </a:r>
          </a:p>
          <a:p>
            <a:r>
              <a:t>• Stores state changes to etcd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Server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Authentication / Authorization</a:t>
            </a:r>
          </a:p>
          <a:p>
            <a:r>
              <a:t>• Admission control</a:t>
            </a:r>
          </a:p>
          <a:p>
            <a:r>
              <a:t>• API registration &amp; discovery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etcd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Distributed key-value store</a:t>
            </a:r>
          </a:p>
          <a:p>
            <a:r>
              <a:t>• Stores cluster data</a:t>
            </a:r>
          </a:p>
          <a:p>
            <a:r>
              <a:t>• Highly available &amp; consistent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Assigns pods to nodes</a:t>
            </a:r>
          </a:p>
          <a:p>
            <a:r>
              <a:t>• Selects best available node</a:t>
            </a:r>
          </a:p>
          <a:p>
            <a:r>
              <a:t>• Watches for unscheduled pods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Scheduler Decision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CPU / RAM availability</a:t>
            </a:r>
          </a:p>
          <a:p>
            <a:r>
              <a:t>• Node selectors</a:t>
            </a:r>
          </a:p>
          <a:p>
            <a:r>
              <a:t>• Taints &amp; tolerations</a:t>
            </a:r>
          </a:p>
          <a:p>
            <a:r>
              <a:t>• Affinity / Anti-affinity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Controller Manager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Runs multiple controllers</a:t>
            </a:r>
          </a:p>
          <a:p>
            <a:r>
              <a:t>• Ensures desired state reconciliation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 Controller</a:t>
            </a:r>
          </a:p>
          <a:p>
            <a:r>
              <a:t>• ReplicaSet Controller</a:t>
            </a:r>
          </a:p>
          <a:p>
            <a:r>
              <a:t>• Endpoint Controller</a:t>
            </a:r>
          </a:p>
          <a:p>
            <a:r>
              <a:t>• Namespace Controller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Controller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Integrates cloud provider APIs</a:t>
            </a:r>
          </a:p>
          <a:p>
            <a:r>
              <a:t>• Manages routes, LB, volumes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Worker Node Components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Runs workloads (Pods)</a:t>
            </a:r>
          </a:p>
          <a:p>
            <a:r>
              <a:t>• Contains kubelet, kube-proxy, runtime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Kubelet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 agent</a:t>
            </a:r>
          </a:p>
          <a:p>
            <a:r>
              <a:t>• Ensures pods are running</a:t>
            </a:r>
          </a:p>
          <a:p>
            <a:r>
              <a:t>• Communicates with API Server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Kubelet Key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Pulls images via runtime</a:t>
            </a:r>
          </a:p>
          <a:p>
            <a:r>
              <a:t>• Starts/stops containers</a:t>
            </a:r>
          </a:p>
          <a:p>
            <a:r>
              <a:t>• Sends health status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Runtime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Executes containers</a:t>
            </a:r>
          </a:p>
          <a:p>
            <a:r>
              <a:t>• Examples: containerd, CRI-O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Runtime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Pulls container images</a:t>
            </a:r>
          </a:p>
          <a:p>
            <a:r>
              <a:t>• Creates containers</a:t>
            </a:r>
          </a:p>
          <a:p>
            <a:r>
              <a:t>• Manages storage &amp; networking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kube-proxy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Implements service networking</a:t>
            </a:r>
          </a:p>
          <a:p>
            <a:r>
              <a:t>• Manages iptables/IPVS rules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kube-proxy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Pod-to-pod communication</a:t>
            </a:r>
          </a:p>
          <a:p>
            <a:r>
              <a:t>• External traffic routing</a:t>
            </a:r>
          </a:p>
          <a:p>
            <a:r>
              <a:t>• Load balancing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CNI Networking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pod networking</a:t>
            </a:r>
          </a:p>
          <a:p>
            <a:r>
              <a:t>• Plugin-based: Calico, Flannel, Cilium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CNI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Assign pod IPs</a:t>
            </a:r>
          </a:p>
          <a:p>
            <a:r>
              <a:t>• Enforce network policies</a:t>
            </a:r>
          </a:p>
          <a:p>
            <a:r>
              <a:t>• Routing between pods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Pod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kubectl apply</a:t>
            </a:r>
          </a:p>
          <a:p>
            <a:r>
              <a:t>2. API Server</a:t>
            </a:r>
          </a:p>
          <a:p>
            <a:r>
              <a:t>3. etcd</a:t>
            </a:r>
          </a:p>
          <a:p>
            <a:r>
              <a:t>4. Scheduler</a:t>
            </a:r>
          </a:p>
          <a:p>
            <a:r>
              <a:t>5. Kubelet</a:t>
            </a:r>
          </a:p>
          <a:p>
            <a:r>
              <a:t>6. Runtime creates container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Networking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Pod network</a:t>
            </a:r>
          </a:p>
          <a:p>
            <a:r>
              <a:t>• Service network</a:t>
            </a:r>
          </a:p>
          <a:p>
            <a:r>
              <a:t>• Ingress routing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 maintains desired state while running scalable workloads.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Control Plane manages cluster</a:t>
            </a:r>
          </a:p>
          <a:p>
            <a:r>
              <a:t>• Worker Nodes run workloads</a:t>
            </a:r>
          </a:p>
          <a:p>
            <a:r>
              <a:t>• Kubernetes ensures reliability and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