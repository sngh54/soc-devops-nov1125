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 of SCM and its role in software development. Explain how version control improves collaboration.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centralized vs distributed systems using real-world examples like SVN vs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Git tracks changes as snapshots and uses a graph-based commit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diagram to explain the flow: working directory → staging → commit (HEAD).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Git’s hashing mechanism ensures consistency and integrity across repositories.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using `git checkout &lt;commit&gt;` and explain the detached HEAD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 practical example of team collaboration using this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branching enables parallel development and simplified code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 simple conflict resolution example using two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safe usage of revert vs reset and how each affects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commit IDs are used in `git checkout`, `git revert`,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GitHub and Bitbucket as collaboration hubs for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adding a remote and performing first push/pull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open-source collaboration: fork → clone → commit → push →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the session by summarizing Git’s role in modern DevOps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Source Code Management &amp; Git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Day 2: Git Concepts, Workflows, and Remote Repositories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Code Management (SCM)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Purpose: Manage changes to source code over time</a:t>
            </a:r>
          </a:p>
          <a:p>
            <a:r>
              <a:t>• Enables collaboration and version tracking</a:t>
            </a:r>
          </a:p>
          <a:p>
            <a:r>
              <a:t>• Supports rollback, branching, and merging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Version Control (CVCS): Single central repository (e.g., SVN)</a:t>
            </a:r>
          </a:p>
          <a:p>
            <a:r>
              <a:t>• Distributed Version Control (DVCS): Each user has a full repo copy (e.g., Git, Mercurial)</a:t>
            </a:r>
          </a:p>
          <a:p>
            <a:r>
              <a:t>• DVCS provides better offline work, speed, and redundancy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Concepts and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is a distributed version control system</a:t>
            </a:r>
          </a:p>
          <a:p>
            <a:r>
              <a:t>• Each developer has a local repository</a:t>
            </a:r>
          </a:p>
          <a:p>
            <a:r>
              <a:t>• Commits form a directed acyclic graph (DAG)</a:t>
            </a:r>
          </a:p>
          <a:p>
            <a:r>
              <a:t>• Git stores data as snapshots, not file differences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Three-Trees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Working Directory – Current files on disk</a:t>
            </a:r>
          </a:p>
          <a:p>
            <a:r>
              <a:t>2. Index (Staging Area) – Prepared changes for commit</a:t>
            </a:r>
          </a:p>
          <a:p>
            <a:r>
              <a:t>3. HEAD – Last committed snapshot</a:t>
            </a:r>
          </a:p>
          <a:p/>
          <a:p>
            <a:r>
              <a:t>Git commands move changes between these three 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Object Model &amp; SHA-1 Hashing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objects: Blob, Tree, Commit, Tag</a:t>
            </a:r>
          </a:p>
          <a:p>
            <a:r>
              <a:t>• Each object identified by SHA-1 hash</a:t>
            </a:r>
          </a:p>
          <a:p>
            <a:r>
              <a:t>• Ensures integrity and uniqueness of commits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 Pointer and Its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HEAD points to the current branch reference</a:t>
            </a:r>
          </a:p>
          <a:p>
            <a:r>
              <a:t>• Moving HEAD changes the working directory state</a:t>
            </a:r>
          </a:p>
          <a:p>
            <a:r>
              <a:t>• Detached HEAD: when checking out a specific commit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Workflow: Clone → Commit → Push → Pull →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Clone – Copy a remote repository</a:t>
            </a:r>
          </a:p>
          <a:p>
            <a:r>
              <a:t>2. Commit – Save changes locally</a:t>
            </a:r>
          </a:p>
          <a:p>
            <a:r>
              <a:t>3. Push – Upload commits to remote</a:t>
            </a:r>
          </a:p>
          <a:p>
            <a:r>
              <a:t>4. Pull – Fetch and merge updates</a:t>
            </a:r>
          </a:p>
          <a:p>
            <a:r>
              <a:t>5. Merge – Combine work from different branches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and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Branches isolate features or fixes</a:t>
            </a:r>
          </a:p>
          <a:p>
            <a:r>
              <a:t>• `git branch` – create/list branches</a:t>
            </a:r>
          </a:p>
          <a:p>
            <a:r>
              <a:t>• `git merge` – integrate changes</a:t>
            </a:r>
          </a:p>
          <a:p>
            <a:r>
              <a:t>• Merge strategies: Fast-forward, Recursive, Squash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Resolving Conflicts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Occurs when two commits modify the same line</a:t>
            </a:r>
          </a:p>
          <a:p>
            <a:r>
              <a:t>• Git marks conflict sections in files</a:t>
            </a:r>
          </a:p>
          <a:p>
            <a:r>
              <a:t>• Resolve manually, then `git add` and `git commit`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Commands: log, diff, revert,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`git log` – View commit history</a:t>
            </a:r>
          </a:p>
          <a:p>
            <a:r>
              <a:t>• `git diff` – Show file differences</a:t>
            </a:r>
          </a:p>
          <a:p>
            <a:r>
              <a:t>• `git revert` – Create a new commit undoing changes</a:t>
            </a:r>
          </a:p>
          <a:p>
            <a:r>
              <a:t>• `git reset` – Move HEAD to a specific commit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Hash Values (SHA-1)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Every commit identified by unique SHA-1</a:t>
            </a:r>
          </a:p>
          <a:p>
            <a:r>
              <a:t>• Enables precise tracking and rollback</a:t>
            </a:r>
          </a:p>
          <a:p>
            <a:r>
              <a:t>• Partial hashes can be used (first 7 chars usually enough)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Repositories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 collaboration via shared repos</a:t>
            </a:r>
          </a:p>
          <a:p>
            <a:r>
              <a:t>• Examples: GitHub, GitLab, Bitbucket</a:t>
            </a:r>
          </a:p>
          <a:p>
            <a:r>
              <a:t>• Use remotes to synchronize 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Remotes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`git remote add origin &lt;URL&gt;` – Add remote repo</a:t>
            </a:r>
          </a:p>
          <a:p>
            <a:r>
              <a:t>• `git remote -v` – View remotes</a:t>
            </a:r>
          </a:p>
          <a:p>
            <a:r>
              <a:t>• `git push/pull` – Sync with remote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Collaboration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Fork – Copy someone’s repository</a:t>
            </a:r>
          </a:p>
          <a:p>
            <a:r>
              <a:t>• Pull Request – Propose merging your changes</a:t>
            </a:r>
          </a:p>
          <a:p>
            <a:r>
              <a:t>• Code review and approval before merge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Git enables distributed collaboration</a:t>
            </a:r>
          </a:p>
          <a:p>
            <a:r>
              <a:t>• SHA-1 and object model ensure data integrity</a:t>
            </a:r>
          </a:p>
          <a:p>
            <a:r>
              <a:t>• Workflow: clone → commit → push/pull → merge</a:t>
            </a:r>
          </a:p>
          <a:p>
            <a:r>
              <a:t>• Remote repos enable global teamwork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