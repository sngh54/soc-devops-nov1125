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= Development + Operations</a:t>
            </a:r>
          </a:p>
          <a:p/>
          <a:p>
            <a:r>
              <a:t>A culture and set of practices unifying development and IT operations.</a:t>
            </a:r>
          </a:p>
          <a:p>
            <a:r>
              <a:t>Focuses on collaboration, automation, CI/CD, and monitoring to deliver software faster and more reliably.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DevOps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 release cycles</a:t>
            </a:r>
          </a:p>
          <a:p>
            <a:r>
              <a:t>• Poor communication between teams</a:t>
            </a:r>
          </a:p>
          <a:p>
            <a:r>
              <a:t>• Deployment failures</a:t>
            </a:r>
          </a:p>
          <a:p>
            <a:r>
              <a:t>• Manual, error-prone processes</a:t>
            </a:r>
          </a:p>
          <a:p>
            <a:r>
              <a:t>• Difficulty scaling systems</a:t>
            </a:r>
          </a:p>
          <a:p/>
          <a:p>
            <a:r>
              <a:t>DevOps addresses these with automation, CI/CD, IaC, and collaboration.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Background, Approach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Originated from Agile in late 2000s</a:t>
            </a:r>
          </a:p>
          <a:p>
            <a:r>
              <a:t>• Promotes faster, reliable deployments</a:t>
            </a:r>
          </a:p>
          <a:p/>
          <a:p>
            <a:r>
              <a:t>Best Practices:</a:t>
            </a:r>
          </a:p>
          <a:p>
            <a:r>
              <a:t>- CI/CD pipelines</a:t>
            </a:r>
          </a:p>
          <a:p>
            <a:r>
              <a:t>- Infrastructure as Code (IaC)</a:t>
            </a:r>
          </a:p>
          <a:p>
            <a:r>
              <a:t>- Continuous Monitoring</a:t>
            </a:r>
          </a:p>
          <a:p>
            <a:r>
              <a:t>- Shift-Left testing</a:t>
            </a:r>
          </a:p>
          <a:p>
            <a:r>
              <a:t>- Blameless post-mortems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vs Traditional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Ops:</a:t>
            </a:r>
          </a:p>
          <a:p>
            <a:r>
              <a:t>- Separate teams</a:t>
            </a:r>
          </a:p>
          <a:p>
            <a:r>
              <a:t>- Manual releases</a:t>
            </a:r>
          </a:p>
          <a:p>
            <a:r>
              <a:t>- Slow feedback</a:t>
            </a:r>
          </a:p>
          <a:p/>
          <a:p>
            <a:r>
              <a:t>DevOps:</a:t>
            </a:r>
          </a:p>
          <a:p>
            <a:r>
              <a:t>- Integrated teams</a:t>
            </a:r>
          </a:p>
          <a:p>
            <a:r>
              <a:t>- Automated pipelines</a:t>
            </a:r>
          </a:p>
          <a:p>
            <a:r>
              <a:t>- Continuous feedback</a:t>
            </a:r>
          </a:p>
          <a:p>
            <a:r>
              <a:t>- Shared responsibility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Collaboration &amp; communication</a:t>
            </a:r>
          </a:p>
          <a:p>
            <a:r>
              <a:t>2. Automation everywhere</a:t>
            </a:r>
          </a:p>
          <a:p>
            <a:r>
              <a:t>3. Continuous Integration (CI)</a:t>
            </a:r>
          </a:p>
          <a:p>
            <a:r>
              <a:t>4. Continuous Delivery (CD)</a:t>
            </a:r>
          </a:p>
          <a:p>
            <a:r>
              <a:t>5. Infrastructure as Code</a:t>
            </a:r>
          </a:p>
          <a:p>
            <a:r>
              <a:t>6. Monitoring &amp; feedback</a:t>
            </a:r>
          </a:p>
          <a:p>
            <a:r>
              <a:t>7. Security integration (DevSecOps)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Integration and Delivery (CI/CD)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Integration:</a:t>
            </a:r>
          </a:p>
          <a:p>
            <a:r>
              <a:t>- Frequent code merges</a:t>
            </a:r>
          </a:p>
          <a:p>
            <a:r>
              <a:t>- Automated builds &amp; tests</a:t>
            </a:r>
          </a:p>
          <a:p/>
          <a:p>
            <a:r>
              <a:t>Continuous Delivery:</a:t>
            </a:r>
          </a:p>
          <a:p>
            <a:r>
              <a:t>- Ensures code is always deployable</a:t>
            </a:r>
          </a:p>
          <a:p/>
          <a:p>
            <a:r>
              <a:t>Tools: Jenkins, GitLab CI, CircleCI</a:t>
            </a:r>
          </a:p>
          <a:p/>
          <a:p>
            <a:r>
              <a:t>Benefits: Faster feedback, reliable releases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Testing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Testing integrated into every stage</a:t>
            </a:r>
          </a:p>
          <a:p>
            <a:r>
              <a:t>• Automated unit, integration, performance tests</a:t>
            </a:r>
          </a:p>
          <a:p>
            <a:r>
              <a:t>• 'Shift-Left' approach for early detection</a:t>
            </a:r>
          </a:p>
          <a:p/>
          <a:p>
            <a:r>
              <a:t>Tools: Selenium, JUnit, Cypress, SonarQube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Implement Delivery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Plan</a:t>
            </a:r>
          </a:p>
          <a:p>
            <a:r>
              <a:t>2. Code</a:t>
            </a:r>
          </a:p>
          <a:p>
            <a:r>
              <a:t>3. Build</a:t>
            </a:r>
          </a:p>
          <a:p>
            <a:r>
              <a:t>4. Test</a:t>
            </a:r>
          </a:p>
          <a:p>
            <a:r>
              <a:t>5. Release</a:t>
            </a:r>
          </a:p>
          <a:p>
            <a:r>
              <a:t>6. Deploy</a:t>
            </a:r>
          </a:p>
          <a:p>
            <a:r>
              <a:t>7. Monitor</a:t>
            </a:r>
          </a:p>
          <a:p>
            <a:r>
              <a:t>8. Feedback &amp; Improve</a:t>
            </a:r>
          </a:p>
          <a:p/>
          <a:p>
            <a:r>
              <a:t>Pipeline automates the journey from code commit to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DevOps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Control: Git, GitHub</a:t>
            </a:r>
          </a:p>
          <a:p>
            <a:r>
              <a:t>CI/CD: Jenkins, GitLab CI</a:t>
            </a:r>
          </a:p>
          <a:p>
            <a:r>
              <a:t>Config Mgmt: Ansible, Puppet</a:t>
            </a:r>
          </a:p>
          <a:p>
            <a:r>
              <a:t>Containerization: Docker</a:t>
            </a:r>
          </a:p>
          <a:p>
            <a:r>
              <a:t>Orchestration: Kubernetes</a:t>
            </a:r>
          </a:p>
          <a:p>
            <a:r>
              <a:t>Monitoring: Prometheus, Grafana</a:t>
            </a:r>
          </a:p>
          <a:p>
            <a:r>
              <a:t>IaC: Terraform, CloudFormation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